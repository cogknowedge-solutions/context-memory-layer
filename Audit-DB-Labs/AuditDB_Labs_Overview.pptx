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2148840"/>
            <a:ext cx="219456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DB Labs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Simple Guide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023360"/>
            <a:ext cx="9875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9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to understand an audit database and this 8-lab course, explained in plain, simple words — from what an audit database is, to how to set it up, to what each lab teaches, all the way to the AI harness it builds toward.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2194560"/>
            <a:ext cx="201168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1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918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Audit Database Is, and How It Is Built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Audit Database?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051560"/>
            <a:ext cx="146304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6766560" cy="2377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audit database is an ordinary database put to one specific job: recording what a system did, as an ongoing, permanent history. It does NOT hold the current state of an application the way a normal database does — it holds the record of events that produced that state.</a:t>
            </a:r>
            <a:endParaRPr lang="en-US" sz="1300" dirty="0"/>
          </a:p>
          <a:p>
            <a:pPr algn="l" indent="0" marL="0">
              <a:lnSpc>
                <a:spcPct val="103000"/>
              </a:lnSpc>
              <a:buNone/>
            </a:pPr>
            <a:endParaRPr lang="en-US" sz="13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 database answers “what is true right now?” — how many students are enrolled, what's the balance. An audit database answers “what happened, when, and in what order?” — who changed the balance, at what time, from what value to what, and whether it succeeded.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680960" y="1234440"/>
            <a:ext cx="3840480" cy="2377440"/>
          </a:xfrm>
          <a:prstGeom prst="roundRect">
            <a:avLst>
              <a:gd name="adj" fmla="val 3077"/>
            </a:avLst>
          </a:prstGeom>
          <a:solidFill>
            <a:srgbClr val="F4F1EA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955280" y="1417320"/>
            <a:ext cx="32918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sentence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1920240"/>
            <a:ext cx="3291840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 database is the current photo.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audit database is the entire film reel that led to it.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840480"/>
            <a:ext cx="10881360" cy="2606040"/>
          </a:xfrm>
          <a:prstGeom prst="roundRect">
            <a:avLst>
              <a:gd name="adj" fmla="val 2807"/>
            </a:avLst>
          </a:prstGeom>
          <a:solidFill>
            <a:srgbClr val="EAF1F2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4023360"/>
            <a:ext cx="103327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way to think about it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526280"/>
            <a:ext cx="10332720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 database is like a whiteboard showing today's totals — you wipe it and rewrite it as things change.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audit database is like a security camera's recording. It never edits the past; it only ever adds the next moment of footage. If you want to know what happened at 3pm, you rewind and watch — the record of 3pm is still exactly what it was.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an AI Harness Needs One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051560"/>
            <a:ext cx="146304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1088136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harness is the scaffolding around a language model — the code that assembles context, routes tool calls, applies guardrails, retries on failure, and returns a result. When an agent runs, a lot happens that nobody can see directly: which tools it called, what it sent to the model, what came back, how much it cost, whether a guardrail blocked something, how long each step took.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F4F1EA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926080"/>
            <a:ext cx="1033272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none of that is recorded, the harness is a black box. You can't debug a bad run, prove to a reviewer what the agent did, measure cost, or detect an attack. The audit database is the layer that makes the harness observable and accountable — that is the concrete thing this whole course builds toward.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06240"/>
            <a:ext cx="108813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things the harness logs into it: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470916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EAF1F2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4937760"/>
            <a:ext cx="21945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5440680"/>
            <a:ext cx="21945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invocation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470916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EAF1F2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11880" y="4937760"/>
            <a:ext cx="21945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5440680"/>
            <a:ext cx="21945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step within a run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470916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EAF1F2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5080" y="4937760"/>
            <a:ext cx="21945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5440680"/>
            <a:ext cx="21945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the agent used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869680" y="470916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EAF1F2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98280" y="4937760"/>
            <a:ext cx="21945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events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098280" y="5440680"/>
            <a:ext cx="21945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safety check that fired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Basic Parts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051560"/>
            <a:ext cx="146304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108813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fits into one simple hierarchy — each part belongs to the one before 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3017520" cy="1371600"/>
          </a:xfrm>
          <a:prstGeom prst="roundRect">
            <a:avLst>
              <a:gd name="adj" fmla="val 5333"/>
            </a:avLst>
          </a:prstGeom>
          <a:solidFill>
            <a:srgbClr val="F4F1EA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286000"/>
            <a:ext cx="26517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788920"/>
            <a:ext cx="26517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invocation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822192" y="23774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3B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297680" y="2011680"/>
            <a:ext cx="3017520" cy="1371600"/>
          </a:xfrm>
          <a:prstGeom prst="roundRect">
            <a:avLst>
              <a:gd name="adj" fmla="val 5333"/>
            </a:avLst>
          </a:prstGeom>
          <a:solidFill>
            <a:srgbClr val="F4F1EA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80560" y="2286000"/>
            <a:ext cx="26517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788920"/>
            <a:ext cx="26517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 inside that run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296912" y="23774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3B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772400" y="2011680"/>
            <a:ext cx="4206240" cy="1371600"/>
          </a:xfrm>
          <a:prstGeom prst="roundRect">
            <a:avLst>
              <a:gd name="adj" fmla="val 5333"/>
            </a:avLst>
          </a:prstGeom>
          <a:solidFill>
            <a:srgbClr val="F4F1EA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0" y="2286000"/>
            <a:ext cx="38404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tool_call / guardrail_event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2788920"/>
            <a:ext cx="38404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 in that step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794760"/>
            <a:ext cx="10881360" cy="2286000"/>
          </a:xfrm>
          <a:prstGeom prst="roundRect">
            <a:avLst>
              <a:gd name="adj" fmla="val 3200"/>
            </a:avLst>
          </a:prstGeom>
          <a:solidFill>
            <a:srgbClr val="EAF1F2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4023360"/>
            <a:ext cx="10332720" cy="1920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simply: one run can contain many spans. One span can contain many tool calls and guardrail events. A single “the user asked, the agent worked, it answered” cycle is one run — and inside it sit the individual steps the agent took, and inside those sit the exact tools it called and the safety checks that fired.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also carries a timestamp — in an audit database that isn't a nice-to-have, it's the backbone, because the whole value of the log is being able to place events in order and in time.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Big Rule: Append-Only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051560"/>
            <a:ext cx="146304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1088136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most important idea in the whole course. A normal database freely edits and deletes — you change a grade, you remove an old record. An audit database deliberately refuses to, because the entire point is a history that can be trusted NOT to have been secretly rewritten.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5257800" cy="3566160"/>
          </a:xfrm>
          <a:prstGeom prst="roundRect">
            <a:avLst>
              <a:gd name="adj" fmla="val 2051"/>
            </a:avLst>
          </a:prstGeom>
          <a:solidFill>
            <a:srgbClr val="F4F1EA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788920"/>
            <a:ext cx="47548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editing, you correct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291840"/>
            <a:ext cx="475488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something wrong? You don't overwrite it. You write a NEW record that corrects it, leaving the original visible. The mistake stays part of the history — exactly what an auditor needs to see.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617720"/>
            <a:ext cx="47548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deleting, you redact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5120640"/>
            <a:ext cx="475488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something sensitive? You don't delete the row — you blank out that one field and keep the record that the event happened. Even the redaction itself gets logged.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260604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EAF1F2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2788920"/>
            <a:ext cx="48463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Tamper-evidence (the strongest form)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3291840"/>
            <a:ext cx="484632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the records together with cryptographic hashes, so each row carries a fingerprint of the one before it. Change any past row and every fingerprint after it breaks — so tampering becomes detectable even if someone has full write access.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4754880"/>
            <a:ext cx="48463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sensible exception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5212080"/>
            <a:ext cx="48463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run's own row is updated once — when it finishes — to record how it ended. That's not rewriting history; the run genuinely wasn't done yet. The event rows underneath are never silently changed.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2194560"/>
            <a:ext cx="201168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2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918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Skills Each Lab Teaches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Data Safely (Transactions)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051560"/>
            <a:ext cx="146304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108813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very first job: get events into the database reliably, as the agent runs — and make sure related writes never land half-finished.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257800" cy="3291840"/>
          </a:xfrm>
          <a:prstGeom prst="roundRect">
            <a:avLst>
              <a:gd name="adj" fmla="val 2222"/>
            </a:avLst>
          </a:prstGeom>
          <a:solidFill>
            <a:srgbClr val="F4F1EA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487168"/>
            <a:ext cx="47548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transaction is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99232"/>
            <a:ext cx="4754880" cy="2377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transaction groups several writes so they ALL succeed together or ALL fail together — never half-applied. When the harness logs a run plus its steps, a transaction guarantees you never end up with a run that's missing half its record.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2286000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EAF1F2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2487168"/>
            <a:ext cx="48463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 audit log needs it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999232"/>
            <a:ext cx="4846320" cy="2377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half-written history is worse than none — it looks complete but lies. Transactions are what let the log promise that if an event is there, everything that belongs with it is there too.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 introduces this.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 the Data (Schema &amp; Keys)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051560"/>
            <a:ext cx="146304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108813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four kinds of events aren't a jumble — they're wired together into one clean shape the harness emits into.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257800" cy="3291840"/>
          </a:xfrm>
          <a:prstGeom prst="roundRect">
            <a:avLst>
              <a:gd name="adj" fmla="val 2222"/>
            </a:avLst>
          </a:prstGeom>
          <a:solidFill>
            <a:srgbClr val="F4F1EA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487168"/>
            <a:ext cx="47548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&amp; constraints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99232"/>
            <a:ext cx="4754880" cy="2377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foreign key enforces that a span can't point to a run that doesn't exist. Constraints (NOT NULL, CHECK) enforce that required fields are present and values are valid — a status can only be one of the allowed words, a cost can't be negative.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2286000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EAF1F2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2487168"/>
            <a:ext cx="48463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999232"/>
            <a:ext cx="4846320" cy="2377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refuses to store a broken record in the first place. The shape itself protects the log's integrity, before any query runs.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 builds this schema.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It Back (Joins &amp; Rollups)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051560"/>
            <a:ext cx="146304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108813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 across run, span, and tool_call has to be recombined to answer “what did this agent actually do?”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257800" cy="3291840"/>
          </a:xfrm>
          <a:prstGeom prst="roundRect">
            <a:avLst>
              <a:gd name="adj" fmla="val 2222"/>
            </a:avLst>
          </a:prstGeom>
          <a:solidFill>
            <a:srgbClr val="F4F1EA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487168"/>
            <a:ext cx="47548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99232"/>
            <a:ext cx="4754880" cy="2377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JOIN is the operation that stitches the separate tables back together, reconstructing a full trace of one run from its scattered pieces.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2286000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EAF1F2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2487168"/>
            <a:ext cx="48463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&amp; window functions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999232"/>
            <a:ext cx="4846320" cy="2377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BY, COUNT, SUM, and AVG roll many rows into summaries — total cost per run, average latency per tool. Window functions spot patterns across ordered rows, like a retry that fired three times in a row.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 covers this.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Slicing an Endless Log (Filtering)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051560"/>
            <a:ext cx="146304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108813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harness produces an unbounded log. You almost never want all of it — you want one slice.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257800" cy="3291840"/>
          </a:xfrm>
          <a:prstGeom prst="roundRect">
            <a:avLst>
              <a:gd name="adj" fmla="val 2222"/>
            </a:avLst>
          </a:prstGeom>
          <a:solidFill>
            <a:srgbClr val="F4F1EA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487168"/>
            <a:ext cx="47548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&amp; search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99232"/>
            <a:ext cx="4754880" cy="2377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clauses narrow by time window (“last 24 hours”), by threshold (cost over a limit), or by category (failed runs only). Text search (ILIKE, full-text) finds a needle inside event payloads.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2286000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EAF1F2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2487168"/>
            <a:ext cx="48463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999232"/>
            <a:ext cx="4846320" cy="2377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and OFFSET — or the more scalable “keyset” approach — page through results a screenful at a time, so a query over millions of rows returns something readable.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 is built on this.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Events Into Metrics (Views)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051560"/>
            <a:ext cx="146304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108813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events become the numbers a dashboard shows: error rate, average cost and latency per agent, guardrail-fail rate.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257800" cy="3291840"/>
          </a:xfrm>
          <a:prstGeom prst="roundRect">
            <a:avLst>
              <a:gd name="adj" fmla="val 2222"/>
            </a:avLst>
          </a:prstGeom>
          <a:solidFill>
            <a:srgbClr val="F4F1EA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487168"/>
            <a:ext cx="47548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99232"/>
            <a:ext cx="4754880" cy="2377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view is a saved query you treat like a table — package “all guardrail blocks in the last hour” once, then read it by name. It's always current, but recomputes on every read.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2286000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EAF1F2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2487168"/>
            <a:ext cx="48463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Materialized views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999232"/>
            <a:ext cx="4846320" cy="2377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materialized view stores the computed result on disk and refreshes on demand — so an expensive metric over millions of rows is paid for once, not on every dashboard load. The trade: it can be slightly stale until refreshed.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 builds both.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Catching Trouble (Alerting)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051560"/>
            <a:ext cx="146304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108813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 DB's job isn't just to record — it's to let the log tell you when something's wrong.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257800" cy="3291840"/>
          </a:xfrm>
          <a:prstGeom prst="roundRect">
            <a:avLst>
              <a:gd name="adj" fmla="val 2222"/>
            </a:avLst>
          </a:prstGeom>
          <a:solidFill>
            <a:srgbClr val="F4F1EA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487168"/>
            <a:ext cx="47548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alert is just a query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99232"/>
            <a:ext cx="4754880" cy="2377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query that returns rows only when something is wrong. A healthy system returns nothing; a problem returns the offending rows. The empty result IS the all-clear signal.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2286000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EAF1F2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2487168"/>
            <a:ext cx="48463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catches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999232"/>
            <a:ext cx="4846320" cy="2377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spikes, error-rate surges, retry storms, latency outliers — and, most powerfully, a “baseline” alert that fires when an agent is simply worse than its own normal, even if no fixed limit was crossed.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6 covers this.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It Trustworthy (Integrity &amp; Access)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051560"/>
            <a:ext cx="146304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108813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final, hardest layer: proving the log wasn't tampered with, and controlling who can touch 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257800" cy="3291840"/>
          </a:xfrm>
          <a:prstGeom prst="roundRect">
            <a:avLst>
              <a:gd name="adj" fmla="val 2222"/>
            </a:avLst>
          </a:prstGeom>
          <a:solidFill>
            <a:srgbClr val="F4F1EA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487168"/>
            <a:ext cx="47548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&amp; roles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99232"/>
            <a:ext cx="4754880" cy="2377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trigger runs automatically on every write — used to enforce append-only at the database level, so the rule holds even against someone with direct table access. Roles (RBAC) let an auditor read everything but change nothing.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2286000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EAF1F2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2487168"/>
            <a:ext cx="48463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Hash-chaining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999232"/>
            <a:ext cx="4846320" cy="2377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tamper-evidence from Part 1, built for real: each row carries a hash of the one before it, so any secret edit to the past breaks the chain and is caught.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7 covers this.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2194560"/>
            <a:ext cx="201168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3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918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Fits, and Words to Know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Postgres, Not a Document Database?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051560"/>
            <a:ext cx="146304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108813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uses PostgreSQL — a relational (table-based) database. For an audit log, that's the stronger default, and here's the honest reason.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0E2A38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31089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(relational)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77240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DB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4F1EA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715768"/>
            <a:ext cx="31089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unit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2715768"/>
            <a:ext cx="35661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row in a table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0" y="2715768"/>
            <a:ext cx="35661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47472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EAF1F2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584448"/>
            <a:ext cx="31089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3584448"/>
            <a:ext cx="35661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— every row same shape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3584448"/>
            <a:ext cx="35661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— each can differ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34340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4F1EA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453128"/>
            <a:ext cx="31089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data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023360" y="4453128"/>
            <a:ext cx="35661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+ JOINs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4453128"/>
            <a:ext cx="35661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or referencing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521208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EAF1F2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5321808"/>
            <a:ext cx="31089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 for audit logs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023360" y="5321808"/>
            <a:ext cx="35661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— rigid structure, strong constraints, mature transactions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5321808"/>
            <a:ext cx="35661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Workable, but looser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audit log is naturally uniform and integrity-critical — exactly where a relational database shines.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Words to Know — Part 1 of 2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051560"/>
            <a:ext cx="146304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1887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0E2A38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261872"/>
            <a:ext cx="30175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1261872"/>
            <a:ext cx="73152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4F1EA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1828800"/>
            <a:ext cx="301752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database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1828800"/>
            <a:ext cx="731520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that records what a system did, as a permanent history.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43230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AF1F2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2523744"/>
            <a:ext cx="301752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2523744"/>
            <a:ext cx="731520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top-level agent invocation.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127248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4F1EA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218688"/>
            <a:ext cx="301752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3218688"/>
            <a:ext cx="731520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step within a run.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822192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AF1F2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913632"/>
            <a:ext cx="301752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023360" y="3913632"/>
            <a:ext cx="731520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 of the agent using a tool.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517136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4F1EA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4608576"/>
            <a:ext cx="301752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event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023360" y="4608576"/>
            <a:ext cx="731520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 of a safety or policy check firing.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521208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AF1F2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5303520"/>
            <a:ext cx="301752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023360" y="5303520"/>
            <a:ext cx="731520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are added, never silently edited or deleted.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Words to Know — Part 2 of 2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051560"/>
            <a:ext cx="146304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1887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0E2A38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261872"/>
            <a:ext cx="30175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1261872"/>
            <a:ext cx="73152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4F1EA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1828800"/>
            <a:ext cx="301752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1828800"/>
            <a:ext cx="731520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row's unique, permanent identifier.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43230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AF1F2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2523744"/>
            <a:ext cx="301752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2523744"/>
            <a:ext cx="731520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field linking a row to its parent row.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127248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4F1EA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218688"/>
            <a:ext cx="301752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3218688"/>
            <a:ext cx="731520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 of writes that all succeed or all fail together.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822192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AF1F2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913632"/>
            <a:ext cx="301752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023360" y="3913632"/>
            <a:ext cx="731520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Recombining data that's split across tables.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517136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4F1EA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4608576"/>
            <a:ext cx="301752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/ Materialized view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023360" y="4608576"/>
            <a:ext cx="731520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saved query; the materialized kind stores its result and refreshes on demand.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521208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AF1F2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5303520"/>
            <a:ext cx="301752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chain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023360" y="5303520"/>
            <a:ext cx="731520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linked by fingerprints, so tampering is detectable.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2194560"/>
            <a:ext cx="201168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4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918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Setup, the Lab Roadmap, and Getting Started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Set Up — Supabase Postgres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051560"/>
            <a:ext cx="146304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108813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these once, in order, before you open Lab 1. The course uses a free Supabase Postgres database — no credit card needed.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4F1EA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002536"/>
            <a:ext cx="48920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Create a free Supabase account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441448"/>
            <a:ext cx="48920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supabase.com and sign up.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87452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EAF1F2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0" y="2002536"/>
            <a:ext cx="48920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Create a project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441448"/>
            <a:ext cx="48920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 name and set a database password. Save that password right away — you'll need it in step 4.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4F1EA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3419856"/>
            <a:ext cx="48920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Open the connection settings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3858768"/>
            <a:ext cx="48920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Settings → Database → Connection string → URI. Copy the string shown.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200" y="329184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EAF1F2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0" y="3419856"/>
            <a:ext cx="48920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Fill in your password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3858768"/>
            <a:ext cx="48920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[YOUR-PASSWORD] placeholder in that string with the real password from step 2.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70916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4F1EA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837176"/>
            <a:ext cx="48920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Create a .env file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5276088"/>
            <a:ext cx="48920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module folder, make a file named .env with one line: DATABASE_URL=&lt;your connection string&gt;.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470916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EAF1F2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0" y="4837176"/>
            <a:ext cx="48920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Keep it private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5276088"/>
            <a:ext cx="48920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share it or commit it to git. Add .env to .gitignore first so the password is never saved there.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notebook already reads DATABASE_URL from your .env automatically — you never paste credentials into a notebook.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8-Lab Roadmap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051560"/>
            <a:ext cx="146304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108813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single domain — the activity log of an AI agent harness — runs through every lab. The skills climb steadily: write → model → read → filter → measure → alert → protect → integrate.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4F1EA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40280"/>
            <a:ext cx="23317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00400"/>
            <a:ext cx="2331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events reliably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29000" y="201168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EAF1F2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11880" y="2240280"/>
            <a:ext cx="23317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2–4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3200400"/>
            <a:ext cx="2331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read &amp; filter the log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4F1EA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2240280"/>
            <a:ext cx="23317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5–7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3200400"/>
            <a:ext cx="2331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Measure, alert &amp; protect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06840" y="201168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EAF1F2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89720" y="2240280"/>
            <a:ext cx="23317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189720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8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189720" y="3200400"/>
            <a:ext cx="2331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it into a live harness (documented)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343400"/>
            <a:ext cx="10881360" cy="1920240"/>
          </a:xfrm>
          <a:prstGeom prst="roundRect">
            <a:avLst>
              <a:gd name="adj" fmla="val 3810"/>
            </a:avLst>
          </a:prstGeom>
          <a:solidFill>
            <a:srgbClr val="EAF1F2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4526280"/>
            <a:ext cx="10332720" cy="1600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path: Beginner teaches you to write events safely → Intermediate teaches you to model the schema, read a full trace back with joins, and filter an endless log → Advanced teaches you to turn events into metrics, alert automatically on trouble, and make the log tamper-proof → the Capstone (Lab 8) is provided as a documented brief, assignment, and test — you build the notebook, wiring everything into a real AI harness's audit layer.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labs run against a real, cloud-hosted Supabase Postgres database — never a local install, never a mock.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Lab-by-Lab — Labs 1 to 4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051560"/>
            <a:ext cx="146304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188720"/>
            <a:ext cx="10881360" cy="457200"/>
          </a:xfrm>
          <a:prstGeom prst="roundRect">
            <a:avLst>
              <a:gd name="adj" fmla="val 16000"/>
            </a:avLst>
          </a:prstGeom>
          <a:solidFill>
            <a:srgbClr val="0E2A38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243584"/>
            <a:ext cx="4572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243584"/>
            <a:ext cx="30175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243584"/>
            <a:ext cx="29260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Learn To…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1243584"/>
            <a:ext cx="39319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Words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169164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F4F1EA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1801368"/>
            <a:ext cx="4572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1801368"/>
            <a:ext cx="30175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Agent Activity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1801368"/>
            <a:ext cx="29260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event data reliably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498080" y="1801368"/>
            <a:ext cx="39319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Connect, insert, transactions, and the append-only discipline.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2843784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EAF1F2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2953512"/>
            <a:ext cx="4572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2953512"/>
            <a:ext cx="30175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Runs, Spans &amp; Tool Calls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2953512"/>
            <a:ext cx="29260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auditable schema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498080" y="2953512"/>
            <a:ext cx="39319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keys, constraints, and indexing — the shape the harness emits into.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995928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F4F1EA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4105656"/>
            <a:ext cx="4572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105656"/>
            <a:ext cx="30175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with JOINs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4105656"/>
            <a:ext cx="29260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&amp; roll up across tables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498080" y="4105656"/>
            <a:ext cx="39319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a full trace; cost and latency per run with joins and aggregation.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148072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EAF1F2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5257800"/>
            <a:ext cx="4572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5257800"/>
            <a:ext cx="30175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Filtering, Search &amp; Pagination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480560" y="5257800"/>
            <a:ext cx="29260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an unbounded log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498080" y="5257800"/>
            <a:ext cx="39319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Time-window, threshold and category filters, text search, and paging.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Lab-by-Lab — Labs 5 to 8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051560"/>
            <a:ext cx="146304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188720"/>
            <a:ext cx="10881360" cy="457200"/>
          </a:xfrm>
          <a:prstGeom prst="roundRect">
            <a:avLst>
              <a:gd name="adj" fmla="val 16000"/>
            </a:avLst>
          </a:prstGeom>
          <a:solidFill>
            <a:srgbClr val="0E2A38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243584"/>
            <a:ext cx="4572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243584"/>
            <a:ext cx="30175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243584"/>
            <a:ext cx="29260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Learn To…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1243584"/>
            <a:ext cx="39319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Words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169164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F4F1EA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1801368"/>
            <a:ext cx="4572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1801368"/>
            <a:ext cx="30175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and Dashboards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1801368"/>
            <a:ext cx="29260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events into metrics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498080" y="1801368"/>
            <a:ext cx="39319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and materialized views for error rate, cost and latency.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2843784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EAF1F2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2953512"/>
            <a:ext cx="4572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2953512"/>
            <a:ext cx="30175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on Anomalies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2953512"/>
            <a:ext cx="29260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trouble automatically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498080" y="2953512"/>
            <a:ext cx="39319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and baseline queries that fire only when something's wrong.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995928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F4F1EA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4105656"/>
            <a:ext cx="4572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105656"/>
            <a:ext cx="30175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&amp; Tamper-Detection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4105656"/>
            <a:ext cx="29260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police the log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498080" y="4105656"/>
            <a:ext cx="39319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Triggers, roles (RBAC), and hash-chaining to prove nothing was altered.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148072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EAF1F2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5257800"/>
            <a:ext cx="4572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5257800"/>
            <a:ext cx="30175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Capstone: Wiring the Live Harness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480560" y="5257800"/>
            <a:ext cx="29260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it all together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498080" y="5257800"/>
            <a:ext cx="39319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brief — you build the notebook that feeds a real harness's log.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Files Are Organized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051560"/>
            <a:ext cx="146304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6858000" cy="4937760"/>
          </a:xfrm>
          <a:prstGeom prst="roundRect">
            <a:avLst>
              <a:gd name="adj" fmla="val 1481"/>
            </a:avLst>
          </a:prstGeom>
          <a:solidFill>
            <a:srgbClr val="0E2A38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463040"/>
            <a:ext cx="6400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8E4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Audit-DB-Labs/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8E4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Lab 1 - Recording Agent Activity/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8E4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lab-recording-agent-activity.ipynb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8E4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lab-recording-agent-activity.md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8E4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lab-recording-agent-activity-assignment.md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8E4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test_lab_recording_agent_activity.py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8E4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Lab 2 ... Lab 7/   (same four files each)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8E4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Lab 8 - Capstone Project/   (documented — you build the notebook)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8E4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.env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8E4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README.md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680960" y="1234440"/>
            <a:ext cx="3840480" cy="4937760"/>
          </a:xfrm>
          <a:prstGeom prst="roundRect">
            <a:avLst>
              <a:gd name="adj" fmla="val 1905"/>
            </a:avLst>
          </a:prstGeom>
          <a:solidFill>
            <a:srgbClr val="F4F1EA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0" y="1463040"/>
            <a:ext cx="3291840" cy="4572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lab has its own folder with four files: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notebook you run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notes (.md) file you read if a step needs more explaining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 assignment file to check what you learned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test file that grades your work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.env file lives once, at the top of the project — every lab shares it, so you set up your connection only once.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Should Already Know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051560"/>
            <a:ext cx="146304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108813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news: the list is short. Basic Python plus a little SQL curiosity is all you need — the labs teach the rest from scratch.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4F1EA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157984"/>
            <a:ext cx="103327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Python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33472"/>
            <a:ext cx="103327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dictionaries, lists, loops, and import statements. That's the real prerequisite.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EAF1F2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3483864"/>
            <a:ext cx="103327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SQL required up front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959352"/>
            <a:ext cx="103327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 starts SQL from the beginning — SELECT, INSERT, WHERE. You don't need to know it before starting.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66344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4F1EA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4809744"/>
            <a:ext cx="103327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one-time setup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5285232"/>
            <a:ext cx="103327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Supabase + .env steps from Part 4 — done once, and every lab connects on its own after that.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Start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051560"/>
            <a:ext cx="146304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4F1EA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9105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2A9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591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527048"/>
            <a:ext cx="99669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Supabase + .env setup first (Part 4 of this guide).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EAF1F2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41401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2A9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414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350008"/>
            <a:ext cx="99669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Lab 1 and go in order — later labs build directly on earlier ones.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06324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4F1EA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23697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2A9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236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172968"/>
            <a:ext cx="99669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install cell at the top of each notebook, then work through it step by step.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EAF1F2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05993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2A93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059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995928"/>
            <a:ext cx="99669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notes (.md) file if any step needs more explaining.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70916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4F1EA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488289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2A93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4882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4818888"/>
            <a:ext cx="99669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practice questions after each lab, then check the answer key.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553212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EAF1F2"/>
          </a:solidFill>
          <a:ln w="6350">
            <a:solidFill>
              <a:srgbClr val="E0DAC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570585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2A93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" y="5705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5641848"/>
            <a:ext cx="99669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Lab 8, you'll have every skill to build an audit layer into a real AI harness.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400800"/>
            <a:ext cx="108813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agent-activity-log example runs through every lab, so nothing ever feels unfamiliar.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2026-08-29T07:07:18Z</dcterms:created>
  <dcterms:modified xsi:type="dcterms:W3CDTF">2026-08-29T07:07:18Z</dcterms:modified>
</cp:coreProperties>
</file>